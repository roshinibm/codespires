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Economica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Economica-bold.fntdata"/><Relationship Id="rId12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conomica-boldItalic.fntdata"/><Relationship Id="rId14" Type="http://schemas.openxmlformats.org/officeDocument/2006/relationships/font" Target="fonts/Economica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0c03baa5da6fa6a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0c03baa5da6fa6a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0c03baa5da6fa6a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0c03baa5da6fa6a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0c03baa5da6fa6a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0c03baa5da6fa6a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0c03baa5da6fa6a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0c03baa5da6fa6a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70c03baa5da6fa6a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70c03baa5da6fa6a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776006" y="157937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Automated Diabetes Risk Assessment System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Name: </a:t>
            </a:r>
            <a:r>
              <a:rPr lang="en-GB"/>
              <a:t>CODESPIRES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Members: M Mithra Sree, Roshini B 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Problem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Challenge: Diagnostic Lag &amp; Interpretation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Bullet Points: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❌ Overburdened Clinicians: Doctors manually cross-reference 7+ lab values under pressure.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❌ Incomplete Picture: Single high values (like Glucose) can overshadow the combined risk of multiple borderline values (like BMI + HbA1c).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❌ Delayed Action: Slow interpretation leads to late diagnosis and progression of Type 2 Diabetes.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• Key Message: Diagnosis is too slow and prone to human error.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Solution: ADRAS 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Title: The Solution: An Explainable AI (XAI)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Subtitle: Seamlessly integrates seven core clinical markers.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Features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1️⃣ Instant Risk Score: Predicts probability of High Risk (0-100%).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2️⃣ Clinical Stratification: Provides clear CRITICAL, MODERATE, or LOW alerts.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3️⃣ Actionable Suggestions: Gives specific next steps (e.g., "Urgent OGTT").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4️⃣ The Innovation: Factor Contribution &amp; Degree of Affect Table.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• Key Message: We provide speed, clarity, and accountability.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Innovation Deep Dive (XAI) 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Title: Innovation: The Power of Explainable AI (XAI)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Focus: Factor Contribution &amp; Degree of Affect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What It Shows (Use 3 distinct boxes):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1. Model Weight: The AI's internal score for how much that factor influenced the diagnosis.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2. Patient Value: The specific, inputted lab reading.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3. Excess Value: How far the reading is above the healthy clinical maximum (e.g., "+45 mg/dL").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• Key Message: We combine the AI's Math (Weight) with Clinical Reality (Excess Value) for transparent diagnosis.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 &amp; Future 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Title: Impact, Feasibility, and Future Scope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Impact: Reduces diagnostic time from minutes to seconds, improving patient outcomes.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Feasibility (Today): Lightweight Python/Streamlit prototype is ready to use today.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Future Scope (Tomorrow): API Integration. We can deploy this as a service for immediate consumption by existing hospital EHR systems (Electronic Health Records).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• Key Message: A fully feasible solution designed for rapid, real-world hospital deployment.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